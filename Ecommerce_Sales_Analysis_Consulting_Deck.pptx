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5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7223"/>
            <a:ext cx="7772400" cy="1470025"/>
          </a:xfrm>
        </p:spPr>
        <p:txBody>
          <a:bodyPr/>
          <a:lstStyle/>
          <a:p>
            <a:r>
              <a:rPr dirty="0"/>
              <a:t>E-Commerce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Power BI + MySQL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$863K total revenue across 2023–2025</a:t>
            </a:r>
          </a:p>
          <a:p>
            <a:r>
              <a:t>54.8% profit margin indicating strong pricing strategy</a:t>
            </a:r>
          </a:p>
          <a:p>
            <a:r>
              <a:t>West region contributes highest revenue</a:t>
            </a:r>
          </a:p>
          <a:p>
            <a:r>
              <a:t>Grinders &amp; Brewers is top-performing category</a:t>
            </a:r>
          </a:p>
          <a:p>
            <a:r>
              <a:t>Seasonal spikes observed (Q4 peaks)</a:t>
            </a:r>
          </a:p>
          <a:p>
            <a:r>
              <a:t>Top 5 products drive major share of revenue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drivers of revenue and profitability</a:t>
            </a:r>
          </a:p>
          <a:p>
            <a:r>
              <a:t>Identify top products and customers</a:t>
            </a:r>
          </a:p>
          <a:p>
            <a:r>
              <a:t>Evaluate regional performance</a:t>
            </a:r>
          </a:p>
          <a:p>
            <a:r>
              <a:t>Detect seasonality and trends</a:t>
            </a:r>
          </a:p>
          <a:p>
            <a:r>
              <a:t>Enable data-driven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Sources: Orders (2023–2025), Customers, Products</a:t>
            </a:r>
          </a:p>
          <a:p>
            <a:r>
              <a:t>MySQL: Data cleaning, transformation, KPI computation</a:t>
            </a:r>
          </a:p>
          <a:p>
            <a:r>
              <a:t>Power BI: Dashboard, DAX measures, interactivity</a:t>
            </a:r>
          </a:p>
          <a:p>
            <a:r>
              <a:t>CTE used to combine multi-year data</a:t>
            </a:r>
          </a:p>
          <a:p>
            <a:r>
              <a:t>KPIs built: Revenue, Profit, Margin, Orders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Main dashboard with KPIs, trends, and category insights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431051-D49A-4F41-8889-EE66300B5A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825" t="10896" r="13917" b="6151"/>
          <a:stretch/>
        </p:blipFill>
        <p:spPr>
          <a:xfrm>
            <a:off x="457200" y="1216058"/>
            <a:ext cx="8229600" cy="44683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&amp; Trend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shows clear seasonal spikes</a:t>
            </a:r>
          </a:p>
          <a:p>
            <a:r>
              <a:t>Peak performance in late-year periods</a:t>
            </a:r>
          </a:p>
          <a:p>
            <a:r>
              <a:t>Trend indicates growth opportunities</a:t>
            </a:r>
          </a:p>
          <a:p>
            <a:r>
              <a:t>Supports better demand forecasting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Grinders &amp; Brewers drives highest revenue</a:t>
            </a:r>
          </a:p>
          <a:p>
            <a:r>
              <a:t>Accessories and consumables lag behind</a:t>
            </a:r>
          </a:p>
          <a:p>
            <a:r>
              <a:t>Top 5 products dominate revenue (Pareto effect)</a:t>
            </a:r>
          </a:p>
          <a:p>
            <a:r>
              <a:t>Opportunity to bundle low-performing products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West region is top performer</a:t>
            </a:r>
          </a:p>
          <a:p>
            <a:r>
              <a:rPr dirty="0"/>
              <a:t>Other regions show lower contribution</a:t>
            </a:r>
          </a:p>
          <a:p>
            <a:r>
              <a:rPr dirty="0"/>
              <a:t>Potential for market expansion</a:t>
            </a:r>
          </a:p>
          <a:p>
            <a:r>
              <a:rPr dirty="0"/>
              <a:t>Need to investigate regional gaps</a:t>
            </a:r>
            <a:endParaRPr lang="en-IN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Small group of customers drives majority revenue</a:t>
            </a:r>
          </a:p>
          <a:p>
            <a:r>
              <a:t>Strong repeat purchase behavior</a:t>
            </a:r>
          </a:p>
          <a:p>
            <a:r>
              <a:t>High-value customers identified</a:t>
            </a:r>
          </a:p>
          <a:p>
            <a:r>
              <a:t>Opportunity for loyalty programs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Dashboard Deep Dive </a:t>
            </a:r>
            <a:r>
              <a:rPr lang="en-IN" dirty="0"/>
              <a:t>1</a:t>
            </a:r>
            <a:endParaRPr dirty="0"/>
          </a:p>
        </p:txBody>
      </p:sp>
      <p:pic>
        <p:nvPicPr>
          <p:cNvPr id="3" name="Picture 2" descr="image(3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Dashboard Deep Dive </a:t>
            </a:r>
            <a:r>
              <a:rPr lang="en-IN" dirty="0"/>
              <a:t>2</a:t>
            </a:r>
            <a:endParaRPr dirty="0"/>
          </a:p>
        </p:txBody>
      </p:sp>
      <p:pic>
        <p:nvPicPr>
          <p:cNvPr id="3" name="Picture 2" descr="image(3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Dashboard Deep Dive </a:t>
            </a:r>
            <a:r>
              <a:rPr lang="en-IN" dirty="0"/>
              <a:t>3</a:t>
            </a:r>
            <a:endParaRPr dirty="0"/>
          </a:p>
        </p:txBody>
      </p:sp>
      <p:pic>
        <p:nvPicPr>
          <p:cNvPr id="3" name="Picture 2" descr="image(3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Dashboard Deep Dive </a:t>
            </a:r>
            <a:r>
              <a:rPr lang="en-IN" dirty="0"/>
              <a:t>4</a:t>
            </a:r>
            <a:endParaRPr dirty="0"/>
          </a:p>
        </p:txBody>
      </p:sp>
      <p:pic>
        <p:nvPicPr>
          <p:cNvPr id="3" name="Picture 2" descr="image(3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Da</a:t>
            </a:r>
            <a:r>
              <a:rPr lang="en-IN" dirty="0"/>
              <a:t>ta Modelling</a:t>
            </a:r>
            <a:r>
              <a:rPr dirty="0"/>
              <a:t> Deep Dive </a:t>
            </a:r>
            <a:r>
              <a:rPr lang="en-IN" dirty="0"/>
              <a:t>5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E12655-C463-4542-B7E9-84108EB6C8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93" t="8076" b="5785"/>
          <a:stretch/>
        </p:blipFill>
        <p:spPr>
          <a:xfrm>
            <a:off x="457200" y="1272619"/>
            <a:ext cx="7993930" cy="4430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5832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Profitability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high-revenue products have lower margins</a:t>
            </a:r>
          </a:p>
          <a:p>
            <a:r>
              <a:t>Opportunity to optimize cost structure</a:t>
            </a:r>
          </a:p>
          <a:p>
            <a:r>
              <a:t>Focus on high-margin categories</a:t>
            </a:r>
          </a:p>
          <a:p>
            <a:r>
              <a:t>Improve pricing strategies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Scale top-performing products</a:t>
            </a:r>
          </a:p>
          <a:p>
            <a:r>
              <a:t>Expand in high-performing regions</a:t>
            </a:r>
          </a:p>
          <a:p>
            <a:r>
              <a:t>Optimize pricing for low-margin products</a:t>
            </a:r>
          </a:p>
          <a:p>
            <a:r>
              <a:t>Implement loyalty programs</a:t>
            </a:r>
          </a:p>
          <a:p>
            <a:r>
              <a:t>Align inventory with seasonal demand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Delivered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analytics solution built</a:t>
            </a:r>
          </a:p>
          <a:p>
            <a:r>
              <a:t>Automated reporting using SQL + Power BI</a:t>
            </a:r>
          </a:p>
          <a:p>
            <a:r>
              <a:t>Improved business decision-making</a:t>
            </a:r>
          </a:p>
          <a:p>
            <a:r>
              <a:t>Interactive dashboards with drill-through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Learning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Developed an end-to-end sales analytics solution</a:t>
            </a:r>
          </a:p>
          <a:p>
            <a:r>
              <a:rPr dirty="0"/>
              <a:t>Used MySQL for data modeling and Power BI for visualization</a:t>
            </a:r>
          </a:p>
          <a:p>
            <a:r>
              <a:rPr dirty="0"/>
              <a:t>Delivered insights on product, customer, and regional performance</a:t>
            </a:r>
          </a:p>
          <a:p>
            <a:r>
              <a:rPr dirty="0"/>
              <a:t>Enabled data-driven decision-making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336</Words>
  <Application>Microsoft Office PowerPoint</Application>
  <PresentationFormat>On-screen Show (4:3)</PresentationFormat>
  <Paragraphs>69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E-Commerce Sales Analysis</vt:lpstr>
      <vt:lpstr>Executive Summary</vt:lpstr>
      <vt:lpstr>Business Problem</vt:lpstr>
      <vt:lpstr>Data &amp; Approach</vt:lpstr>
      <vt:lpstr>Dashboard Overview</vt:lpstr>
      <vt:lpstr>Revenue &amp; Trend Insights</vt:lpstr>
      <vt:lpstr>Product Performance</vt:lpstr>
      <vt:lpstr>Regional Analysis</vt:lpstr>
      <vt:lpstr>Customer Insights</vt:lpstr>
      <vt:lpstr>Dashboard Deep Dive 1</vt:lpstr>
      <vt:lpstr>Dashboard Deep Dive 2</vt:lpstr>
      <vt:lpstr>Dashboard Deep Dive 3</vt:lpstr>
      <vt:lpstr>Dashboard Deep Dive 4</vt:lpstr>
      <vt:lpstr>Data Modelling Deep Dive 5</vt:lpstr>
      <vt:lpstr>Profitability Insights</vt:lpstr>
      <vt:lpstr>Key Recommendations</vt:lpstr>
      <vt:lpstr>Impact Delivered</vt:lpstr>
      <vt:lpstr>Key Learning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Sales Analysis</dc:title>
  <dc:subject/>
  <dc:creator>Sethuraman B</dc:creator>
  <cp:keywords/>
  <dc:description>generated using python-pptx</dc:description>
  <cp:lastModifiedBy>Sethuraman B</cp:lastModifiedBy>
  <cp:revision>3</cp:revision>
  <dcterms:created xsi:type="dcterms:W3CDTF">2013-01-27T09:14:16Z</dcterms:created>
  <dcterms:modified xsi:type="dcterms:W3CDTF">2026-04-13T18:31:44Z</dcterms:modified>
  <cp:category/>
</cp:coreProperties>
</file>